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12/28/2016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Air Quality in </a:t>
            </a:r>
            <a:br>
              <a:rPr lang="en-US" dirty="0"/>
            </a:br>
            <a:r>
              <a:rPr lang="en-US" dirty="0"/>
              <a:t>Salt Lake City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116349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Dzevad</a:t>
            </a:r>
            <a:r>
              <a:rPr lang="en-US" dirty="0"/>
              <a:t> </a:t>
            </a:r>
            <a:r>
              <a:rPr lang="en-US" dirty="0" err="1"/>
              <a:t>Fitozovic</a:t>
            </a:r>
            <a:endParaRPr lang="en-US" dirty="0"/>
          </a:p>
          <a:p>
            <a:r>
              <a:rPr lang="en-US" dirty="0"/>
              <a:t>Michael Northrup</a:t>
            </a:r>
          </a:p>
          <a:p>
            <a:r>
              <a:rPr lang="en-US" dirty="0"/>
              <a:t>Grant(Rob) Olsen</a:t>
            </a:r>
          </a:p>
        </p:txBody>
      </p:sp>
    </p:spTree>
    <p:extLst>
      <p:ext uri="{BB962C8B-B14F-4D97-AF65-F5344CB8AC3E}">
        <p14:creationId xmlns:p14="http://schemas.microsoft.com/office/powerpoint/2010/main" val="28686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45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Sources, Collection, and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6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0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2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Thank you for your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48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61838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</TotalTime>
  <Words>34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2</vt:lpstr>
      <vt:lpstr>Quotable</vt:lpstr>
      <vt:lpstr>Predicting Air Quality in  Salt Lake City</vt:lpstr>
      <vt:lpstr>The Idea</vt:lpstr>
      <vt:lpstr>Data Sources, Collection, and Cleaning</vt:lpstr>
      <vt:lpstr>Preliminary Analysis</vt:lpstr>
      <vt:lpstr>Model Selection</vt:lpstr>
      <vt:lpstr>Results</vt:lpstr>
      <vt:lpstr>Thank you for your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Air Quality in  Salt Lake City</dc:title>
  <dc:creator>Michael Northrup</dc:creator>
  <cp:lastModifiedBy>Michael Northrup</cp:lastModifiedBy>
  <cp:revision>1</cp:revision>
  <dcterms:created xsi:type="dcterms:W3CDTF">2016-12-28T22:21:08Z</dcterms:created>
  <dcterms:modified xsi:type="dcterms:W3CDTF">2016-12-28T22:29:16Z</dcterms:modified>
</cp:coreProperties>
</file>