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>
      <p:cViewPr varScale="1">
        <p:scale>
          <a:sx n="66" d="100"/>
          <a:sy n="66" d="100"/>
        </p:scale>
        <p:origin x="67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12/26/2016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Air Quality in Salt Lake City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/>
              <a:t>Dzevad</a:t>
            </a:r>
            <a:r>
              <a:rPr lang="en-US" dirty="0"/>
              <a:t> </a:t>
            </a:r>
            <a:r>
              <a:rPr lang="en-US" dirty="0" err="1"/>
              <a:t>Fitozovic</a:t>
            </a:r>
            <a:r>
              <a:rPr lang="en-US" dirty="0"/>
              <a:t>, </a:t>
            </a:r>
          </a:p>
          <a:p>
            <a:r>
              <a:rPr lang="en-US" dirty="0"/>
              <a:t>Michael Northrup</a:t>
            </a:r>
          </a:p>
          <a:p>
            <a:r>
              <a:rPr lang="en-US" dirty="0"/>
              <a:t> Rob Olsen</a:t>
            </a:r>
          </a:p>
        </p:txBody>
      </p:sp>
    </p:spTree>
    <p:extLst>
      <p:ext uri="{BB962C8B-B14F-4D97-AF65-F5344CB8AC3E}">
        <p14:creationId xmlns:p14="http://schemas.microsoft.com/office/powerpoint/2010/main" val="4240207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73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2918" y="1123837"/>
            <a:ext cx="3186967" cy="4601183"/>
          </a:xfrm>
        </p:spPr>
        <p:txBody>
          <a:bodyPr/>
          <a:lstStyle/>
          <a:p>
            <a:r>
              <a:rPr lang="en-US" dirty="0"/>
              <a:t>Data Collection/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9136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544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479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515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4391152"/>
          </a:xfrm>
        </p:spPr>
        <p:txBody>
          <a:bodyPr anchor="ctr"/>
          <a:lstStyle/>
          <a:p>
            <a:pPr algn="ctr"/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607604008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13</TotalTime>
  <Words>27</Words>
  <Application>Microsoft Office PowerPoint</Application>
  <PresentationFormat>Widescreen</PresentationFormat>
  <Paragraphs>10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Corbel</vt:lpstr>
      <vt:lpstr>Wingdings 2</vt:lpstr>
      <vt:lpstr>Frame</vt:lpstr>
      <vt:lpstr>Predicting Air Quality in Salt Lake City </vt:lpstr>
      <vt:lpstr>Introduction</vt:lpstr>
      <vt:lpstr>Data Collection/ Cleaning</vt:lpstr>
      <vt:lpstr>Preliminary Analysis</vt:lpstr>
      <vt:lpstr>Model Selection</vt:lpstr>
      <vt:lpstr>Results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Air Quality in Salt Lake City</dc:title>
  <dc:creator>Michael Northrup</dc:creator>
  <cp:lastModifiedBy>Michael Northrup</cp:lastModifiedBy>
  <cp:revision>3</cp:revision>
  <dcterms:created xsi:type="dcterms:W3CDTF">2016-12-27T01:55:25Z</dcterms:created>
  <dcterms:modified xsi:type="dcterms:W3CDTF">2016-12-27T02:08:58Z</dcterms:modified>
</cp:coreProperties>
</file>