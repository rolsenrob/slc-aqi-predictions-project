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3" r:id="rId3"/>
    <p:sldId id="264" r:id="rId4"/>
    <p:sldId id="265" r:id="rId5"/>
    <p:sldId id="258" r:id="rId6"/>
    <p:sldId id="266" r:id="rId7"/>
    <p:sldId id="267" r:id="rId8"/>
    <p:sldId id="268" r:id="rId9"/>
    <p:sldId id="269" r:id="rId10"/>
    <p:sldId id="270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66" d="100"/>
          <a:sy n="66" d="100"/>
        </p:scale>
        <p:origin x="67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12/28/2016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Air Quality in </a:t>
            </a:r>
            <a:br>
              <a:rPr lang="en-US" dirty="0"/>
            </a:br>
            <a:r>
              <a:rPr lang="en-US" dirty="0"/>
              <a:t>Salt Lake City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1163496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Dzevad</a:t>
            </a:r>
            <a:r>
              <a:rPr lang="en-US" dirty="0"/>
              <a:t> </a:t>
            </a:r>
            <a:r>
              <a:rPr lang="en-US" dirty="0" err="1"/>
              <a:t>Fitozovic</a:t>
            </a:r>
            <a:endParaRPr lang="en-US" dirty="0"/>
          </a:p>
          <a:p>
            <a:r>
              <a:rPr lang="en-US" dirty="0"/>
              <a:t>Michael Northrup</a:t>
            </a:r>
          </a:p>
          <a:p>
            <a:r>
              <a:rPr lang="en-US" dirty="0"/>
              <a:t>Grant(Rob) Olsen</a:t>
            </a:r>
          </a:p>
        </p:txBody>
      </p:sp>
    </p:spTree>
    <p:extLst>
      <p:ext uri="{BB962C8B-B14F-4D97-AF65-F5344CB8AC3E}">
        <p14:creationId xmlns:p14="http://schemas.microsoft.com/office/powerpoint/2010/main" val="28686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dirty="0"/>
              <a:t>Objective</a:t>
            </a:r>
            <a:endParaRPr lang="en-US" sz="6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an air quality forecast for Salt Lake City </a:t>
            </a:r>
          </a:p>
        </p:txBody>
      </p:sp>
    </p:spTree>
    <p:extLst>
      <p:ext uri="{BB962C8B-B14F-4D97-AF65-F5344CB8AC3E}">
        <p14:creationId xmlns:p14="http://schemas.microsoft.com/office/powerpoint/2010/main" val="1098480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sz="4000" dirty="0"/>
              <a:t>The Idea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01453" y="1255286"/>
            <a:ext cx="6960479" cy="3921070"/>
          </a:xfr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en-US" sz="1700" dirty="0"/>
              <a:t>Our primary objective is to devise a model to obtain an air quality forecast much like we have a weather forecast. We did not find any source for an air quality forecast that goes beyond one day.  A short term model can be useful in warning sensitive groups of upcoming poor air quality days.  As a result, we decided to do a five day forecast. 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3495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8914" y="2951396"/>
            <a:ext cx="5362504" cy="1468800"/>
          </a:xfrm>
        </p:spPr>
        <p:txBody>
          <a:bodyPr/>
          <a:lstStyle/>
          <a:p>
            <a:r>
              <a:rPr lang="en-US" sz="6000" dirty="0"/>
              <a:t>Data Sources, Collection, and Cleaning</a:t>
            </a:r>
            <a:endParaRPr lang="en-US" sz="6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data do we use, how do we collect it, and how do we organize it for analysis</a:t>
            </a:r>
          </a:p>
        </p:txBody>
      </p:sp>
    </p:spTree>
    <p:extLst>
      <p:ext uri="{BB962C8B-B14F-4D97-AF65-F5344CB8AC3E}">
        <p14:creationId xmlns:p14="http://schemas.microsoft.com/office/powerpoint/2010/main" val="1860038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56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659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150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Preliminary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089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Model Selection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397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299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sz="5400" dirty="0"/>
              <a:t>Thank you for your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60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9618381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25</TotalTime>
  <Words>140</Words>
  <Application>Microsoft Office PowerPoint</Application>
  <PresentationFormat>Widescreen</PresentationFormat>
  <Paragraphs>18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2</vt:lpstr>
      <vt:lpstr>Quotable</vt:lpstr>
      <vt:lpstr>Predicting Air Quality in  Salt Lake City</vt:lpstr>
      <vt:lpstr>Objective</vt:lpstr>
      <vt:lpstr>The Idea</vt:lpstr>
      <vt:lpstr>Data Sources, Collection, and Cleaning</vt:lpstr>
      <vt:lpstr>Data Sources</vt:lpstr>
      <vt:lpstr>Data Collection</vt:lpstr>
      <vt:lpstr>Data Cleaning</vt:lpstr>
      <vt:lpstr>Preliminary Analysis</vt:lpstr>
      <vt:lpstr>Model Selection</vt:lpstr>
      <vt:lpstr>Results</vt:lpstr>
      <vt:lpstr>Thank you for your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Air Quality in  Salt Lake City</dc:title>
  <dc:creator>Michael Northrup</dc:creator>
  <cp:lastModifiedBy>Michael Northrup</cp:lastModifiedBy>
  <cp:revision>4</cp:revision>
  <dcterms:created xsi:type="dcterms:W3CDTF">2016-12-28T22:21:08Z</dcterms:created>
  <dcterms:modified xsi:type="dcterms:W3CDTF">2016-12-28T22:53:16Z</dcterms:modified>
</cp:coreProperties>
</file>